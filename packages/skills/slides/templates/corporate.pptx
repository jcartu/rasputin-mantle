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t>Corporate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2461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Mantle productivity starter deck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