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777240"/>
            <a:ext cx="5212080" cy="7315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400" b="1">
                <a:solidFill>
                  <a:srgbClr val="111827"/>
                </a:solidFill>
                <a:latin typeface="Inter"/>
              </a:rPr>
              <a:t>Minimal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72768"/>
            <a:ext cx="4754880" cy="41148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700" b="0">
                <a:solidFill>
                  <a:srgbClr val="6B7280"/>
                </a:solidFill>
                <a:latin typeface="Inter"/>
              </a:rPr>
              <a:t>Clean monochrome presentation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48840"/>
            <a:ext cx="2057400" cy="384048"/>
          </a:xfrm>
          <a:prstGeom prst="roundRect">
            <a:avLst/>
          </a:prstGeom>
          <a:solidFill>
            <a:srgbClr val="F9FAFB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111827"/>
                </a:solidFill>
                <a:latin typeface="Inter"/>
              </a:rPr>
              <a:t>Presentation Template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685800"/>
            <a:ext cx="5257800" cy="4206240"/>
          </a:xfrm>
          <a:prstGeom prst="rect">
            <a:avLst/>
          </a:prstGeom>
          <a:solidFill>
            <a:srgbClr val="F9FAFB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6B7280"/>
                </a:solidFill>
                <a:latin typeface="Inter"/>
              </a:rPr>
              <a:t>Hero image placeholder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Inter"/>
              </a:rPr>
              <a:t>Title slide · image + subtitle layout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1280160" cy="457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31720"/>
            <a:ext cx="7680960" cy="8229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Inter"/>
              </a:rPr>
              <a:t>Section Divider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18688"/>
            <a:ext cx="676656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800" b="0">
                <a:solidFill>
                  <a:srgbClr val="FFFFFF"/>
                </a:solidFill>
                <a:latin typeface="Inter"/>
              </a:rPr>
              <a:t>Use this slide to reset context and introduce the next narrative arc.</a:t>
            </a:r>
          </a:p>
        </p:txBody>
      </p:sp>
      <p:sp>
        <p:nvSpPr>
          <p:cNvPr id="5" name="Rectangle 4"/>
          <p:cNvSpPr/>
          <p:nvPr/>
        </p:nvSpPr>
        <p:spPr>
          <a:xfrm>
            <a:off x="9509760" y="0"/>
            <a:ext cx="2697480" cy="685800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31520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Inter"/>
              </a:rPr>
              <a:t>Two-Column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4389120" cy="3657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Inter"/>
              </a:rPr>
              <a:t>Left narrative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4480560" cy="22860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Inter"/>
              </a:rPr>
              <a:t>• Key insight with supporting detail</a:t>
            </a:r>
            <a:br/>
            <a:r>
              <a:t>• Evidence point or customer quote</a:t>
            </a:r>
            <a:br/>
            <a:r>
              <a:t>• Decision implication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25880"/>
            <a:ext cx="4389120" cy="3657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Inter"/>
              </a:rPr>
              <a:t>Right 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83080"/>
            <a:ext cx="4480560" cy="22860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Inter"/>
              </a:rPr>
              <a:t>• Counterpoint or operational risk</a:t>
            </a:r>
            <a:br/>
            <a:r>
              <a:t>• Quantified metric or benchmark</a:t>
            </a:r>
            <a:br/>
            <a:r>
              <a:t>• Recommended next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Inter"/>
              </a:rPr>
              <a:t>Two-column content layout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315200" cy="50292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Inter"/>
              </a:rPr>
              <a:t>Chart Placeholder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667512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Chart / graph placeholder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8840" y="4251960"/>
            <a:ext cx="438912" cy="100584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063240" y="3520440"/>
            <a:ext cx="438912" cy="17373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977639" y="2788920"/>
            <a:ext cx="438912" cy="24688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892040" y="2148840"/>
            <a:ext cx="438912" cy="31089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325880"/>
            <a:ext cx="3200400" cy="32004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600" b="1">
                <a:solidFill>
                  <a:srgbClr val="111827"/>
                </a:solidFill>
                <a:latin typeface="Inter"/>
              </a:rPr>
              <a:t>Key 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783080"/>
            <a:ext cx="3108960" cy="128016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Inter"/>
              </a:rPr>
              <a:t>Summarize the signal in one sentence, then list the implications for the audience.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Inter"/>
              </a:rPr>
              <a:t>Chart placeholder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51560"/>
            <a:ext cx="5303520" cy="6858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47088"/>
            <a:ext cx="5120640" cy="41148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800" b="0">
                <a:solidFill>
                  <a:srgbClr val="6B7280"/>
                </a:solidFill>
                <a:latin typeface="Inter"/>
              </a:rPr>
              <a:t>Questions, discussion, and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0" y="914400"/>
            <a:ext cx="4297680" cy="3291840"/>
          </a:xfrm>
          <a:prstGeom prst="rect">
            <a:avLst/>
          </a:prstGeom>
          <a:solidFill>
            <a:srgbClr val="F9FAFB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6B7280"/>
                </a:solidFill>
                <a:latin typeface="Inter"/>
              </a:rPr>
              <a:t>Closing visual placeholder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15000"/>
            <a:ext cx="4754880" cy="32004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1300" b="1">
                <a:solidFill>
                  <a:srgbClr val="111827"/>
                </a:solidFill>
                <a:latin typeface="Inter"/>
              </a:rPr>
              <a:t>contact@example.com  ·  company.com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446520"/>
            <a:ext cx="10104120" cy="274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10528"/>
            <a:ext cx="4572000" cy="2286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Inter"/>
              </a:rPr>
              <a:t>Closing / thanks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