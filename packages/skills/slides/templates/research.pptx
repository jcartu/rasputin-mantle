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5212080" cy="7315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400" b="1">
                <a:solidFill>
                  <a:srgbClr val="102A43"/>
                </a:solidFill>
                <a:latin typeface="Inter"/>
              </a:rPr>
              <a:t>Research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72768"/>
            <a:ext cx="4754880" cy="4114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700" b="0">
                <a:solidFill>
                  <a:srgbClr val="486581"/>
                </a:solidFill>
                <a:latin typeface="Inter"/>
              </a:rPr>
              <a:t>Academic blue evidence and methods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205740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Inter"/>
              </a:rPr>
              <a:t>Presentation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685800"/>
            <a:ext cx="5257800" cy="420624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486581"/>
                </a:solidFill>
                <a:latin typeface="Inter"/>
              </a:rPr>
              <a:t>Hero image placeholder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86581"/>
                </a:solidFill>
                <a:latin typeface="Inter"/>
              </a:rPr>
              <a:t>Title slide · image + subtitle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280160" cy="4572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7680960" cy="8229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Section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18688"/>
            <a:ext cx="676656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Inter"/>
              </a:rPr>
              <a:t>Use this slide to reset context and introduce the next narrative arc.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31520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Inter"/>
              </a:rPr>
              <a:t>Two-Column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389120" cy="3657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1D4ED8"/>
                </a:solidFill>
                <a:latin typeface="Inter"/>
              </a:rPr>
              <a:t>Left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4480560" cy="22860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102A43"/>
                </a:solidFill>
                <a:latin typeface="Inter"/>
              </a:rPr>
              <a:t>• Key insight with supporting detail</a:t>
            </a:r>
            <a:br/>
            <a:r>
              <a:t>• Evidence point or customer quote</a:t>
            </a:r>
            <a:br/>
            <a:r>
              <a:t>• Decision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25880"/>
            <a:ext cx="4389120" cy="3657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1D4ED8"/>
                </a:solidFill>
                <a:latin typeface="Inter"/>
              </a:rPr>
              <a:t>Right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4480560" cy="22860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102A43"/>
                </a:solidFill>
                <a:latin typeface="Inter"/>
              </a:rPr>
              <a:t>• Counterpoint or operational risk</a:t>
            </a:r>
            <a:br/>
            <a:r>
              <a:t>• Quantified metric or benchmark</a:t>
            </a:r>
            <a:br/>
            <a:r>
              <a:t>• Recommended next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86581"/>
                </a:solidFill>
                <a:latin typeface="Inter"/>
              </a:rPr>
              <a:t>Two-column content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31520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Inter"/>
              </a:rPr>
              <a:t>Chart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66751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Chart / graph placeholder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4251960"/>
            <a:ext cx="43891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63240" y="3520440"/>
            <a:ext cx="438912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7639" y="2788920"/>
            <a:ext cx="438912" cy="2468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2148840"/>
            <a:ext cx="438912" cy="3108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25880"/>
            <a:ext cx="320040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1D4ED8"/>
                </a:solidFill>
                <a:latin typeface="Inter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83080"/>
            <a:ext cx="3108960" cy="12801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102A43"/>
                </a:solidFill>
                <a:latin typeface="Inter"/>
              </a:rPr>
              <a:t>Summarize the signal in one sentence, then list the implications for the audience.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86581"/>
                </a:solidFill>
                <a:latin typeface="Inter"/>
              </a:rPr>
              <a:t>Chart placeholder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5303520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800" b="1">
                <a:solidFill>
                  <a:srgbClr val="102A43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47088"/>
            <a:ext cx="5120640" cy="4114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800" b="0">
                <a:solidFill>
                  <a:srgbClr val="486581"/>
                </a:solidFill>
                <a:latin typeface="Inter"/>
              </a:rPr>
              <a:t>Questions, discussion,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0" y="914400"/>
            <a:ext cx="4297680" cy="329184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486581"/>
                </a:solidFill>
                <a:latin typeface="Inter"/>
              </a:rPr>
              <a:t>Closing visual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475488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Inter"/>
              </a:rPr>
              <a:t>contact@example.com  ·  company.com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86581"/>
                </a:solidFill>
                <a:latin typeface="Inter"/>
              </a:rPr>
              <a:t>Closing / thanks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